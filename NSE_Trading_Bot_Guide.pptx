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NSE SWING TRADING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v2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7315200" cy="1828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A8C0"/>
                </a:solidFill>
              </a:rPr>
              <a:t>A fully automated equity signal engine for NSE swing trading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2560320" cy="128016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256032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9300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96"/>
                </a:solidFill>
              </a:rPr>
              <a:t>3,434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Backtest Trades (10yr)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383280"/>
            <a:ext cx="2560320" cy="128016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3383280"/>
            <a:ext cx="256032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49300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66"/>
                </a:solidFill>
              </a:rPr>
              <a:t>52.1%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776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Win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383280"/>
            <a:ext cx="2560320" cy="128016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3383280"/>
            <a:ext cx="256032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349300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96"/>
                </a:solidFill>
              </a:rPr>
              <a:t>Rs 6,090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9776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Avg Monthly Income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383280"/>
            <a:ext cx="2560320" cy="128016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3383280"/>
            <a:ext cx="2560320" cy="45720"/>
          </a:xfrm>
          <a:prstGeom prst="rect">
            <a:avLst/>
          </a:prstGeom>
          <a:solidFill>
            <a:srgbClr val="5C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49300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CB8FF"/>
                </a:solidFill>
              </a:rP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9776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Max Drawdown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A8C0"/>
                </a:solidFill>
              </a:rPr>
              <a:t>Paper trading · Phase 1 · Capital: Rs 6,00,000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Sravan Palvai  ·  Dallas TX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Your complete guide to the trading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075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37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What the bot does, who it's for, capital &amp; 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3075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Technical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737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GitHub Actions, Python, yfinance, Telegram,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6334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Screening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0632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3 setups, 2-stage detection, ADX &amp; VIX filters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60320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60320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6334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Workflow Diagram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0632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End-to-end: data → signals → alerts → paper trades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886200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9776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9593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Confidence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3891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6-factor scoring — STRONG BUY / BUY / WATCH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886200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886200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9776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9593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Backtest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3891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10yr performance: returns, drawdown, setup breakdown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12079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212079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303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285231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Exit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71499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SL, target, day-cap, trailing stop-loss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212079"/>
            <a:ext cx="5486400" cy="11430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5212079"/>
            <a:ext cx="54864" cy="1143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5303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96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285231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Phase 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71499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Paper → Live → Automation →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· 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What this bot does and why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03520" cy="521208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5212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96"/>
                </a:solidFill>
              </a:rPr>
              <a:t>The Bot in One Sentence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evening at 8 PM IST, the bot scans 50 NSE stocks, identifies high-probability swing trade setups, and sends a Telegram alert with exact entry, stop-loss, and target levels.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15768"/>
            <a:ext cx="347472" cy="256032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Runs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GitHub Actions cron — no manual trigger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65576"/>
            <a:ext cx="347472" cy="256032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47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Signal quality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447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Only 3–6/6 confidence score signals fire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15383"/>
            <a:ext cx="347472" cy="256032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97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Risk-first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197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VIX gate, ATR-based SL, max 4 open trades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347472" cy="256032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74336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46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Self-tracking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946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Every signal auto-logged to paper_trades.csv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715000"/>
            <a:ext cx="347472" cy="256032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MSG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96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Telegram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696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Formatted alerts with entry/SL/target/size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143000"/>
            <a:ext cx="5760720" cy="242316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1143000"/>
            <a:ext cx="54864" cy="2423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Capital &amp; Targets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Rs 6,00,000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Total trading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Rs 90,000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Max per STRONG BUY trade (15%)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3865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Rs 60,000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386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Standard BUY trade (10%)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7340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734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Max capital deployed at once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081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081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Max simultaneous open trades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749039"/>
            <a:ext cx="5760720" cy="25603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749039"/>
            <a:ext cx="54864" cy="2560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</a:rPr>
              <a:t>Honest Income Expectations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297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Rs 6,090 / month average on Rs 6L capital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645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62% of months are profitable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9926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→  Rs 30K/month requires Rs 25–30L capital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3400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→  Path: add Rs 20K/month from salary to capital pool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687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→  Year 3 projection: Rs 20L capital → Rs 20K/month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· 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Every tool, every file, every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0" cy="521208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5212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96"/>
                </a:solidFill>
              </a:rPr>
              <a:t>File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1417320" cy="292608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brain.py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916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Master orchestrator. Runs 8 PM IST. Fetches data → detects signals → writes signals.json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13432"/>
            <a:ext cx="1417320" cy="292608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analyzer.py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3134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Signal engine. Weekly setup → daily confirm → confidence gate. Pure logic, no I/O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35224"/>
            <a:ext cx="1417320" cy="292608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535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fetcher.py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9352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Data downloader. Batch fetches 50 stocks via yfinance. Detects &amp; fixes duplicate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57016"/>
            <a:ext cx="1417320" cy="292608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753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alert.py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55701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Reads signals.json → sends Telegram → auto-logs paper trades to 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78808"/>
            <a:ext cx="1417320" cy="292608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970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scoreboard.py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1788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Runs 3:35 PM. Monitors open trades, applies trailing SL, closes SL/target/day-cap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800600"/>
            <a:ext cx="1417320" cy="292608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188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config.py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800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Single source of truth. Every threshold, every number lives here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422392"/>
            <a:ext cx="1417320" cy="292608"/>
          </a:xfrm>
          <a:prstGeom prst="rect">
            <a:avLst/>
          </a:prstGeom>
          <a:solidFill>
            <a:srgbClr val="00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4067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backtest.py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4223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10yr backtester. Same logic as live bot. Run locally before any threshold change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143000"/>
            <a:ext cx="5623560" cy="242316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1143000"/>
            <a:ext cx="54864" cy="2423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Platform &amp;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91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Cron scheduler — 3 jobs, runs in cloud, free tier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039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039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Core language — pandas, numpy, yfinance, requests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3865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yfinance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3865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NSE price data — batch size 4, duplicate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7340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Telegram 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27340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Alert delivery — text only, fast, never fails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081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 repo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081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Version control + paper_trades.csv 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749039"/>
            <a:ext cx="5623560" cy="25603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3749039"/>
            <a:ext cx="54864" cy="2560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</a:rPr>
              <a:t>Schedule (Locked)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315968"/>
            <a:ext cx="141732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334255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</a:rPr>
              <a:t>8:00 PM 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315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brain.py + alert.py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572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8C0"/>
                </a:solidFill>
              </a:rPr>
              <a:t>Scan → signal → Telegram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882896"/>
            <a:ext cx="141732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901183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</a:rPr>
              <a:t>8:00 AM 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48828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alert.py --reminder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51389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8C0"/>
                </a:solidFill>
              </a:rPr>
              <a:t>Morning reminder (75min before open)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449824"/>
            <a:ext cx="141732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54681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</a:rPr>
              <a:t>3:35 PM IST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54498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scoreboard.py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57058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8C0"/>
                </a:solidFill>
              </a:rPr>
              <a:t>Monitor trades, send P&amp;L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· Screening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How the bot finds trades — 4 stages, no guesswork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697480" cy="201168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69748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Weekly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Trend Pullback
Oversold Bounce
RSI Divergence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097280"/>
            <a:ext cx="2697480" cy="201168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097280"/>
            <a:ext cx="269748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1155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481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Daily Confirm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93852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RSI position
EMA alignment
Price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097280"/>
            <a:ext cx="2697480" cy="201168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097280"/>
            <a:ext cx="269748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1155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</a:rP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481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Quality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93852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ATR check
R:R ≥ 1.5
EMA200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98864" y="1097280"/>
            <a:ext cx="2697480" cy="201168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98864" y="1097280"/>
            <a:ext cx="2697480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1155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1481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Confidence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193852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6 factors
Strong Buy / Buy
Watch 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96"/>
                </a:solidFill>
              </a:rPr>
              <a:t>The Three Setups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49039"/>
            <a:ext cx="3749039" cy="27432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749039"/>
            <a:ext cx="3749039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58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96"/>
                </a:solidFill>
              </a:rPr>
              <a:t>TREND PULLBACK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187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59% win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49884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Stock in healthy uptrend (weekly RSI 52–66). Pulling back to EMA20. ADX &gt; 18 confirms trend strength. Daily RSI still 52–68. Entry at EMA20 touch — buying the dip in an uptrend.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3218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Weekly RSI 52–66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961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Price &gt; EMA20 &gt; EMA50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8704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ADX &gt; 18 structural filter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44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RSI pulled back ≥ 5pts from peak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749039"/>
            <a:ext cx="3749039" cy="27432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3749039"/>
            <a:ext cx="3749039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3858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OVERSOLD BOUNCE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187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52% win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49884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Stock oversold (weekly RSI &lt; 50). Selling pressure drying up. Near 52-week lows with volume declining. Daily RSI turning up from &lt; 52. Entry when exhaustion is confirmed.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3218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Weekly RSI &lt; 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5961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Near 52-week low (within 20%)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8704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Volume drying 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6144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Daily RSI turning upward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3749039"/>
            <a:ext cx="3749039" cy="27432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3749039"/>
            <a:ext cx="3749039" cy="73152"/>
          </a:xfrm>
          <a:prstGeom prst="rect">
            <a:avLst/>
          </a:prstGeom>
          <a:solidFill>
            <a:srgbClr val="5C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3858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B8FF"/>
                </a:solidFill>
              </a:rPr>
              <a:t>RSI DIVERGENCE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187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61% win rate 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449884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Price at 10-week low but RSI is NOT at new low. Classic divergence — selling momentum weakening. Rare but highest quality setup in the system.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3218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Price near 10-week 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5961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Weekly RSI &lt; 52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8704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RSI above 4-week low by 2+ pts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6144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Daily RSI &lt; 50 with uptick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· Workflow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End-to-end: 8 PM data fetch to 4 PM next day scoreboard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828800" cy="2377440"/>
          </a:xfrm>
          <a:prstGeom prst="rect">
            <a:avLst/>
          </a:prstGeom>
          <a:solidFill>
            <a:srgbClr val="142A3A"/>
          </a:solidFill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828800" cy="274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8:00 PM 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96"/>
                </a:solidFill>
              </a:rPr>
              <a:t>FETCH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11680"/>
            <a:ext cx="16824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8C0"/>
                </a:solidFill>
              </a:rPr>
              <a:t>fetcher.py downloads
50 NSE stocks
Nifty RSI + VIX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188720"/>
            <a:ext cx="1828800" cy="2377440"/>
          </a:xfrm>
          <a:prstGeom prst="rect">
            <a:avLst/>
          </a:prstGeom>
          <a:solidFill>
            <a:srgbClr val="142A3A"/>
          </a:solidFill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1188720"/>
            <a:ext cx="1828800" cy="274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8:01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536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96"/>
                </a:solidFill>
              </a:rPr>
              <a:t>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2011680"/>
            <a:ext cx="16824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8C0"/>
                </a:solidFill>
              </a:rPr>
              <a:t>analyzer.py runs
4-stage pipeline
Finds setups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188720"/>
            <a:ext cx="1828800" cy="2377440"/>
          </a:xfrm>
          <a:prstGeom prst="rect">
            <a:avLst/>
          </a:prstGeom>
          <a:solidFill>
            <a:srgbClr val="142A3A"/>
          </a:solidFill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188720"/>
            <a:ext cx="1828800" cy="274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1207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8:02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1536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96"/>
                </a:solidFill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2011680"/>
            <a:ext cx="16824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8C0"/>
                </a:solidFill>
              </a:rPr>
              <a:t>Confidence matrix
6 factors scored
BUY / WATCH 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7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188720"/>
            <a:ext cx="1828800" cy="2377440"/>
          </a:xfrm>
          <a:prstGeom prst="rect">
            <a:avLst/>
          </a:prstGeom>
          <a:solidFill>
            <a:srgbClr val="142A3A"/>
          </a:solidFill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188720"/>
            <a:ext cx="1828800" cy="274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207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8:03 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536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96"/>
                </a:solidFill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2011680"/>
            <a:ext cx="16824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8C0"/>
                </a:solidFill>
              </a:rPr>
              <a:t>signals.json written
with all picks +
regime + VIX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188720"/>
            <a:ext cx="1828800" cy="2377440"/>
          </a:xfrm>
          <a:prstGeom prst="rect">
            <a:avLst/>
          </a:prstGeom>
          <a:solidFill>
            <a:srgbClr val="142A3A"/>
          </a:solidFill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188720"/>
            <a:ext cx="1828800" cy="274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1207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8:04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1536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96"/>
                </a:solidFill>
              </a:rPr>
              <a:t>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2011680"/>
            <a:ext cx="16824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8C0"/>
                </a:solidFill>
              </a:rPr>
              <a:t>Telegram sent
Paper trade logged
to 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5248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96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1188720"/>
            <a:ext cx="1828800" cy="2377440"/>
          </a:xfrm>
          <a:prstGeom prst="rect">
            <a:avLst/>
          </a:prstGeom>
          <a:solidFill>
            <a:srgbClr val="142A3A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04120" y="1188720"/>
            <a:ext cx="1828800" cy="274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1207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3:35 PM 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1536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166"/>
                </a:solidFill>
              </a:rPr>
              <a:t>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2011680"/>
            <a:ext cx="16824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8C0"/>
                </a:solidFill>
              </a:rPr>
              <a:t>scoreboard.py
Checks SL/target
Trails stop-loss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40480"/>
            <a:ext cx="5303520" cy="14173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840480"/>
            <a:ext cx="73152" cy="14173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931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C5C"/>
                </a:solidFill>
              </a:rPr>
              <a:t>VIX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31596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If VIX &gt; 22 → STAY IN CASH. Zero signals fired. Capital protected.
If VIX 18–22 → REDUCE mode. All position sizes halved automatically.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840480"/>
            <a:ext cx="5943600" cy="14173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3840480"/>
            <a:ext cx="73152" cy="1417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3931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</a:rPr>
              <a:t>signals.json to paper_trades.csv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31596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brain.py writes signals.json → alert.py reads it (decoupled architecture).
alert.py auto-logs every signal. Sravan reads alert at 8 PM and scoreboard at 3:35 PM. Nothing else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· Confidence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6 factors determine signal grade — each is binary (pass/fail)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577840" cy="16459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Weekly Setup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73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</a:rPr>
              <a:t>Rule: Weekly detector score ≥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Ensures the larger timeframe trend supports the trade direction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577840" cy="16459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07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RSI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73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</a:rPr>
              <a:t>Rule: Daily RSI between 52 and 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2011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Not overbought (&gt; 65) and not already in downtrend (&lt; 52)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5577840" cy="16459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906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063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Trend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</a:rPr>
              <a:t>Rule: Price &gt; EMA20 &gt; EMA50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947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Classic uptrend alignment — each moving average above the 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26080"/>
            <a:ext cx="5577840" cy="16459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55080" y="3063240"/>
            <a:ext cx="502920" cy="50292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0906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3063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ADX Strength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</a:rPr>
              <a:t>Rule: ADX ≥ 25 on daily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37947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Trend is strong enough to sustain a multi-day swing move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09160"/>
            <a:ext cx="5577840" cy="16459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" y="4846320"/>
            <a:ext cx="502920" cy="50292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737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846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Risk:Reward Ratio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239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</a:rPr>
              <a:t>Rule: R:R ≥ 1.8 (target / SL distance)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5778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Minimum acceptable reward for each unit of risk taken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709160"/>
            <a:ext cx="5577840" cy="16459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55080" y="4846320"/>
            <a:ext cx="502920" cy="50292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8737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4846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Market Regime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5239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</a:rPr>
              <a:t>Rule: Regime is BULLISH, NEUTRAL, or OVERSOLD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59" y="55778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No new longs in BEARISH or HIGH_VIX regime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446520"/>
            <a:ext cx="11521440" cy="201168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6480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</a:rPr>
              <a:t>Score 5–6/6  →  STRONG BUY  (15% size, Rs 90K)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64648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Score 3–4/6  →  BUY  (10% size, Rs 60K)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646480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Score 0–2/6  →  WATCH  (5% size, Rs 30K — Sravan's call)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· Backtest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10-year simulation · 2015–2025 · 50 NSE stocks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651760" cy="11887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65176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527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96"/>
                </a:solidFill>
              </a:rPr>
              <a:t>3,434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Total Trades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143000"/>
            <a:ext cx="2651760" cy="11887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143000"/>
            <a:ext cx="265176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2527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66"/>
                </a:solidFill>
              </a:rPr>
              <a:t>52.1%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Win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2651760" cy="11887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143000"/>
            <a:ext cx="265176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2527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96"/>
                </a:solidFill>
              </a:rPr>
              <a:t>18.4%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Annualised Return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143000"/>
            <a:ext cx="2651760" cy="11887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1143000"/>
            <a:ext cx="2651760" cy="45720"/>
          </a:xfrm>
          <a:prstGeom prst="rect">
            <a:avLst/>
          </a:prstGeom>
          <a:solidFill>
            <a:srgbClr val="5C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2527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CB8FF"/>
                </a:solidFill>
              </a:rP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0"/>
                </a:solidFill>
              </a:rPr>
              <a:t>Max Drawdown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14600"/>
            <a:ext cx="5486400" cy="3749039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514600"/>
            <a:ext cx="54864" cy="3749039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</a:rPr>
              <a:t>Performance by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063240"/>
            <a:ext cx="502920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08152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A8C0"/>
                </a:solidFill>
              </a:rPr>
              <a:t>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1" y="308152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A8C0"/>
                </a:solidFill>
              </a:rPr>
              <a:t>Trades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3" y="308152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A8C0"/>
                </a:solidFill>
              </a:rPr>
              <a:t>Win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9976" y="308152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A8C0"/>
                </a:solidFill>
              </a:rPr>
              <a:t>Avg P&amp;L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456432"/>
            <a:ext cx="5029200" cy="50292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547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Trend Pullback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56231" y="3547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1,891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3" y="3547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55%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9976" y="3547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96"/>
                </a:solidFill>
              </a:rPr>
              <a:t>Rs +1,820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59"/>
            <a:ext cx="50292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11479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Oversold Bounce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6231" y="411479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1,453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18103" y="411479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52%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411479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96"/>
                </a:solidFill>
              </a:rPr>
              <a:t>Rs +1,640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590288"/>
            <a:ext cx="5029200" cy="50292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681727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RSI Divergence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56231" y="4681727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18103" y="4681727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61%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9976" y="4681727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96"/>
                </a:solidFill>
              </a:rPr>
              <a:t>Rs +2,100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A8C0"/>
                </a:solidFill>
              </a:rPr>
              <a:t>★ RSI Divergence fires only ~9 times/year — rare but highest quality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2514600"/>
            <a:ext cx="5486400" cy="3749039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2514600"/>
            <a:ext cx="54864" cy="3749039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Monthly Income Distribution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674412"/>
            <a:ext cx="347472" cy="1177747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Aug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39128" y="4725619"/>
            <a:ext cx="347472" cy="11265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Nov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23176" y="4764024"/>
            <a:ext cx="347472" cy="108813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04888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May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07224" y="4802428"/>
            <a:ext cx="347472" cy="1049731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88936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Jun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91272" y="4892040"/>
            <a:ext cx="347472" cy="960119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72984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Mar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20" y="4981651"/>
            <a:ext cx="347472" cy="8705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57032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Jan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59368" y="5084064"/>
            <a:ext cx="347472" cy="76809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Apr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43416" y="5314492"/>
            <a:ext cx="347472" cy="537667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5128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Jul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27464" y="5468112"/>
            <a:ext cx="347472" cy="38404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9176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Oct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11512" y="5621731"/>
            <a:ext cx="347472" cy="23042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93224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Sep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5852160"/>
            <a:ext cx="347472" cy="128015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77272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Dec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79608" y="5852160"/>
            <a:ext cx="347472" cy="19202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61320" y="5879592"/>
            <a:ext cx="393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AA8C0"/>
                </a:solidFill>
              </a:rPr>
              <a:t>Feb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5080" y="5852160"/>
            <a:ext cx="4663440" cy="18288"/>
          </a:xfrm>
          <a:prstGeom prst="rect">
            <a:avLst/>
          </a:prstGeom>
          <a:solidFill>
            <a:srgbClr val="8A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5080" y="6172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A8C0"/>
                </a:solidFill>
              </a:rPr>
              <a:t>62% positive months  ·  38% negative months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989320"/>
            <a:ext cx="11521440" cy="6858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040" y="5989320"/>
            <a:ext cx="73152" cy="685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6053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⚠️  VIX adjustment: Oct–Dec 2024 high-VIX months caused Rs 43,472 in losses. The live bot's VIX &gt; 22 gate would have blocked these trades. Adjusted annualised return ≈ 21–24%.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· Exit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4 ways a trade closes — all handled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834640" cy="38862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834640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79" y="1307592"/>
            <a:ext cx="548640" cy="2560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16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SL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2710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</a:rPr>
              <a:t>Stop-Loss Hit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1828800"/>
            <a:ext cx="265176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1762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Daily LOW &lt;= SL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8163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Close at SL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4564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LOSS — capital protected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886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SL = Entry - 1.5 x ATR(14). Placed at a technically significant level, not a random %. Gives the trade breathing room vs daily noise.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143000"/>
            <a:ext cx="2834640" cy="38862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82696" y="1143000"/>
            <a:ext cx="283464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74136" y="1307592"/>
            <a:ext cx="548640" cy="25603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1316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TGT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8" y="12710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</a:rPr>
              <a:t>Target Hit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74136" y="1828800"/>
            <a:ext cx="265176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6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6" y="21762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Daily HIGH &gt;= Target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28163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Close at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4136" y="34564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WIN — full profit captured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4136" y="3886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Target = Entry + 2.5 x ATR(14). Min R:R of 1.5 enforced. Every trade must offer at least 1.5x reward vs risk before firing.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1143000"/>
            <a:ext cx="2834640" cy="38862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45352" y="1143000"/>
            <a:ext cx="283464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36792" y="1307592"/>
            <a:ext cx="548640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1316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8584" y="12710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Day Cap (6 days)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6792" y="1828800"/>
            <a:ext cx="265176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Trigger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21762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Trade open for 6 trading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28163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Close at day closing price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34564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WIN or LOSS at market price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3886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Most common exit — 63% of backtest trades hit day cap. If swing has not played out in 6 days, the thesis likely failed.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08008" y="1143000"/>
            <a:ext cx="2834640" cy="388620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08008" y="1143000"/>
            <a:ext cx="2834640" cy="73152"/>
          </a:xfrm>
          <a:prstGeom prst="rect">
            <a:avLst/>
          </a:prstGeom>
          <a:solidFill>
            <a:srgbClr val="5C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99448" y="1307592"/>
            <a:ext cx="548640" cy="256032"/>
          </a:xfrm>
          <a:prstGeom prst="rect">
            <a:avLst/>
          </a:prstGeom>
          <a:solidFill>
            <a:srgbClr val="5C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9448" y="1316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TRAIL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12710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B8FF"/>
                </a:solidFill>
              </a:rPr>
              <a:t>Trailing SL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99448" y="1828800"/>
            <a:ext cx="265176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99448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+2% gain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9448" y="21762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SL moves to entry (breakeven)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9448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+4% gain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99448" y="28163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SL trails to day low - 0.5%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9448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A8C0"/>
                </a:solidFill>
              </a:rPr>
              <a:t>Result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34564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Locks profit, lets trade run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9448" y="38862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New in v2. Scoreboard updates SL daily at 3:35 PM. Prevents giving back profits on winning trades that reverse.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212080"/>
            <a:ext cx="11521440" cy="14173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040" y="5212080"/>
            <a:ext cx="54864" cy="14173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285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</a:rPr>
              <a:t>Worked Example — ABB (Apr 2026 signal)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650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Entry Rs 6,565  ·  SL Rs 6,238  ·  Target Rs 7,110  ·  R:R 1.67  ·  4 shares  ·  Rs 26,260 deployed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C0"/>
                </a:solidFill>
              </a:rPr>
              <a:t>Max loss Rs 1,308  ·  Max profit Rs 2,179  ·  Breakeven trigger Rs 6,696  ·  Trail trigger Rs 6,827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· Phase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896"/>
                </a:solidFill>
              </a:rPr>
              <a:t>From paper trading to full automation — one proven step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A8C0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834640" cy="53035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834640" cy="4572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704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1
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00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96"/>
                </a:solidFill>
              </a:rPr>
              <a:t>Paper Trading
30 trades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76272"/>
            <a:ext cx="246888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Bot runs fully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Sravan reads alerts, does NOT trade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Every signal logged to paper_trades.csv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Scoreboard tracks P&amp;L 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→  Gate: 30 closed trades with WR &gt; 52%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2696" y="1143000"/>
            <a:ext cx="2834640" cy="53035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82696" y="1143000"/>
            <a:ext cx="2834640" cy="457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11704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2
+30 trades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1600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Live Trading
Manual execution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65576" y="2176272"/>
            <a:ext cx="246888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Deploy real capital on Upstox manually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Start with 50% of signal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Add LLM news sentiment as veto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Add intraday signals (separate schedule)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4937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→  Gate: 50 live trades with WR &gt; 52%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143000"/>
            <a:ext cx="2834640" cy="53035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1143000"/>
            <a:ext cx="2834640" cy="457200"/>
          </a:xfrm>
          <a:prstGeom prst="rect">
            <a:avLst/>
          </a:prstGeom>
          <a:solidFill>
            <a:srgbClr val="5C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11704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3
+6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1600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B8FF"/>
                </a:solidFill>
              </a:rPr>
              <a:t>Automation
Upstox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8232" y="2176272"/>
            <a:ext cx="246888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Upstox API for auto-execution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Bot places orders at 9:15 AM automatically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SL orders placed immediately after entry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Target orders placed simultaneously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937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→  Gate: API tested, risk controls proven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1143000"/>
            <a:ext cx="2834640" cy="5303520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08008" y="1143000"/>
            <a:ext cx="2834640" cy="457200"/>
          </a:xfrm>
          <a:prstGeom prst="rect">
            <a:avLst/>
          </a:prstGeom>
          <a:solidFill>
            <a:srgbClr val="FF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11704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4
+1–3 years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1600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05C"/>
                </a:solidFill>
              </a:rPr>
              <a:t>Scale
Rs 25–30L capital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90888" y="2176272"/>
            <a:ext cx="2468880" cy="182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8" y="2304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Add Rs 20K/month from salary to pool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2962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Year 1: Rs 9.4L → Rs 9,400/month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3621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Year 2: Rs 14.2L → Rs 14,200/month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42793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Year 3: Rs 20L → Rs 20,000/month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4937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8C0"/>
                </a:solidFill>
              </a:rPr>
              <a:t>→  Target: Rs 30K/month at Rs 25–30L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solidFill>
            <a:srgbClr val="14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6492240"/>
            <a:ext cx="73152" cy="2011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51967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8C0"/>
                </a:solidFill>
              </a:rPr>
              <a:t>📍 Current status: Phase 1  ·  Paper trading started 2026-03-27  ·  First signals fired 2026-04-09  ·  VIX gate working  ·  Trailing SL 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